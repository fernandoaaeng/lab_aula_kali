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Baseado no guia "The free cybersecurity home lab" do CertGames. Adaptado para rodar no laboratorio da escola, nao em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bloco 05 e o mais importante da aula, mesmo sendo o que menos parece "tecnico" — nao pular.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final e quase literal do artigo do CertGames — vale manter essa energia direta ao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o dado de 2012 para o slide final de caveat — nao mencionar ainda aqui, deixar o impacto para o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pfSense fica no meio: uma perna olha pra fora (NAT), a outra fica dentro da rede isolada onde vivem Kali e Metasploitable.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essa e a peca que justifica usar o laboratorio da escola em vez do notebook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tres modos existem em qualquer hypervisor moderno, nao so VirtualBox — vale generalizar isso pros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e propositalmente dramatico — e o ponto de seguranca mais importante da aula toda.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 o slide de referencia para consultar durante a montagem pratica dos proximos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a passo direto do artigo do CertGames, sem o trecho de download do Kali pois ja esta instalado nas maquinas da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 e o mais citado no troubleshooting do proprio artigo original — reforcar em voz alta na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isso olhando nos olhos da turma. Esse e o slide mais importante da aula, mesmo sem codigo nenhum.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UC11 · LABORATÓRIO DE REDES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96280"/>
            <a:ext cx="981075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Ataque, firewall e detecção — no mesmo laboratório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257542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Kali, Metasploitable2, pfSense e Security Onion, ligados de verdade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5586115"/>
            <a:ext cx="2625130" cy="455910"/>
          </a:xfrm>
          <a:prstGeom prst="roundRect">
            <a:avLst>
              <a:gd name="adj" fmla="val 1880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950" y="5716290"/>
            <a:ext cx="233107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Máquinas da sala: 16 GB 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99855" y="5586115"/>
            <a:ext cx="1786930" cy="455910"/>
          </a:xfrm>
          <a:prstGeom prst="roundRect">
            <a:avLst>
              <a:gd name="adj" fmla="val 1880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0830" y="5716290"/>
            <a:ext cx="1475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Kali já instalado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vamos montar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2076450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2232025"/>
            <a:ext cx="431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5750" y="2232025"/>
            <a:ext cx="36011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4 peças: atacante, alvo, firewall e SOC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975" y="2774950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930525"/>
            <a:ext cx="431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5750" y="2930525"/>
            <a:ext cx="47530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fiação de rede — a parte que quase todo mundo erra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473450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3629025"/>
            <a:ext cx="431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5750" y="3629025"/>
            <a:ext cx="44007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Montar Metasploitable2, pfSense e Security Onion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975" y="4171950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4327525"/>
            <a:ext cx="431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5750" y="4327525"/>
            <a:ext cx="33040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teste: atacar e ver o alerta aparecer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975" y="4870450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2350" y="5026025"/>
            <a:ext cx="431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5750" y="5026025"/>
            <a:ext cx="50847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separa esse laboratório de mais um print no GitHub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ponto de partida de vocês já está na frente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28055"/>
            <a:ext cx="5175250" cy="3580309"/>
          </a:xfrm>
          <a:prstGeom prst="roundRect">
            <a:avLst>
              <a:gd name="adj" fmla="val 3459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68523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Já está pronto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3150" y="1987451"/>
            <a:ext cx="4800727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VirtualBox instalado, </a:t>
            </a:r>
            <a:r>
              <a:rPr lang="en-US" sz="13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GB de RAM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por máquina, placa de vídeo boa e o </a:t>
            </a:r>
            <a:r>
              <a:rPr lang="en-US" sz="13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Kali Linux já rodando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parte mais chata para quem monta isso em casa.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428055"/>
            <a:ext cx="5175250" cy="3580309"/>
          </a:xfrm>
          <a:prstGeom prst="roundRect">
            <a:avLst>
              <a:gd name="adj" fmla="val 3459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68523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falta montar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57950" y="1987451"/>
            <a:ext cx="4800727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máquinas virtuais: o </a:t>
            </a:r>
            <a:r>
              <a:rPr lang="en-US" sz="13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(Metasploitable2), o </a:t>
            </a:r>
            <a:r>
              <a:rPr lang="en-US" sz="13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firewall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(pfSense) e o </a:t>
            </a:r>
            <a:r>
              <a:rPr lang="en-US" sz="13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(Security Onion) — e ligar tudo do jeito certo.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5217914"/>
            <a:ext cx="10560050" cy="824111"/>
          </a:xfrm>
          <a:prstGeom prst="roundRect">
            <a:avLst>
              <a:gd name="adj" fmla="val 11943"/>
            </a:avLst>
          </a:prstGeom>
          <a:solidFill>
            <a:srgbClr val="10151A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5398889"/>
            <a:ext cx="1045171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atacante, um alvo cheio de falhas, um firewall no meio e um SOC vigiando o cabo — é a rede mais parecida com uma de verdade que dá para montar sem ter um emprego, e não custa nada.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28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BLOCO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3103860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4 peças do laboratório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84552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Cinco downloads, todos gratuitos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27385"/>
            <a:ext cx="78363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81360"/>
            <a:ext cx="599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alvo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29780" y="812800"/>
            <a:ext cx="612129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Metasploitable2 — quebrado de propósito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1366441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Rapid7 construiu essa VM para ter falhas. Não é bug, é </a:t>
            </a:r>
            <a:r>
              <a:rPr lang="en-US" sz="13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</a:t>
            </a: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Um museu de jeitos de ser hackeado, todos abertos.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22351"/>
          <a:ext cx="10553700" cy="1513681"/>
        </p:xfrm>
        <a:graphic>
          <a:graphicData uri="http://schemas.openxmlformats.org/drawingml/2006/table">
            <a:tbl>
              <a:tblPr/>
              <a:tblGrid>
                <a:gridCol w="2110740"/>
                <a:gridCol w="8442960"/>
              </a:tblGrid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3A1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3A1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problema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2C"/>
                    </a:solidFill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3A1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vsftpd 2.3.4 com um backdoor plantado direto no código-fonte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6667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3A1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servidor IRC com outro backdoor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1524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3A1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entrega um shell de root sem pedir senha nenhuma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76200" marB="76200" anchor="t">
                    <a:lnL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3539232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Login: </a:t>
            </a: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msfadmin</a:t>
            </a: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/ </a:t>
            </a: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msfadmin</a:t>
            </a: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512 MB de RAM já é suficiente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27385"/>
            <a:ext cx="114935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81360"/>
            <a:ext cx="965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firewall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95500" y="812800"/>
            <a:ext cx="65447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pfSense — um roteador de verdade, de graça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3157339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pfSense CE é um firewall e roteador completo da Netgate, versão Community, sem custo.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756620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GB de RAM,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placas de rede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 essa segunda placa é o ponto inteiro do exercício.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65825" y="1369616"/>
            <a:ext cx="5410200" cy="4672409"/>
          </a:xfrm>
          <a:prstGeom prst="roundRect">
            <a:avLst>
              <a:gd name="adj" fmla="val 265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7600" y="3163590"/>
            <a:ext cx="50950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1 — WAN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7600" y="3448050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7600" y="3750270"/>
            <a:ext cx="50950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2 — 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7600" y="4034730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Network "lab"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27385"/>
            <a:ext cx="69215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81360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SOC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38300" y="812800"/>
            <a:ext cx="8571938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Onion — o que um analista fica olhando o dia todo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1366441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Suricata, Zeek e um stack Elastic, tudo numa VM só. Instala em modo </a:t>
            </a:r>
            <a:r>
              <a:rPr lang="en-US" sz="13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</a:t>
            </a: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 modo "máquina única", feito exatamente para isso.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15975" y="1812826"/>
            <a:ext cx="3380284" cy="859730"/>
          </a:xfrm>
          <a:prstGeom prst="roundRect">
            <a:avLst>
              <a:gd name="adj" fmla="val 11448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950" y="1993801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950" y="2207121"/>
            <a:ext cx="310888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GB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5809" y="1812826"/>
            <a:ext cx="3380383" cy="859730"/>
          </a:xfrm>
          <a:prstGeom prst="roundRect">
            <a:avLst>
              <a:gd name="adj" fmla="val 11448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6784" y="1993801"/>
            <a:ext cx="31089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6784" y="2207121"/>
            <a:ext cx="310898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741" y="1812826"/>
            <a:ext cx="3380284" cy="859730"/>
          </a:xfrm>
          <a:prstGeom prst="roundRect">
            <a:avLst>
              <a:gd name="adj" fmla="val 11448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6716" y="1993801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6716" y="2207121"/>
            <a:ext cx="310888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 GB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5975" y="2882106"/>
            <a:ext cx="10560050" cy="524470"/>
          </a:xfrm>
          <a:prstGeom prst="roundRect">
            <a:avLst>
              <a:gd name="adj" fmla="val 18767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2350" y="3037681"/>
            <a:ext cx="104517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a VM mais pesada das quatro — e é exatamente por isso que estamos fazendo na sala, com máquinas de 16 GB, e não em casa.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559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BLOCO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3131741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parte que todo mundo erra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1754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fiação de rede entre as quatro VMs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placa de rede da VM tem um modo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28055"/>
            <a:ext cx="3414117" cy="4613970"/>
          </a:xfrm>
          <a:prstGeom prst="roundRect">
            <a:avLst>
              <a:gd name="adj" fmla="val 362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34430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2350" y="1923951"/>
            <a:ext cx="30914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VM sai para a internet através do seu computador.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8842" y="1428055"/>
            <a:ext cx="3414216" cy="4613970"/>
          </a:xfrm>
          <a:prstGeom prst="roundRect">
            <a:avLst>
              <a:gd name="adj" fmla="val 362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5217" y="16344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95217" y="1923951"/>
            <a:ext cx="309151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VM se comporta como um aparelho físico dentro da </a:t>
            </a:r>
            <a:r>
              <a:rPr lang="en-US" sz="11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rede real</a:t>
            </a: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no caso, a rede da escola.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61809" y="1428055"/>
            <a:ext cx="3414216" cy="4613970"/>
          </a:xfrm>
          <a:prstGeom prst="roundRect">
            <a:avLst>
              <a:gd name="adj" fmla="val 3627"/>
            </a:avLst>
          </a:prstGeom>
          <a:solidFill>
            <a:srgbClr val="1A2128"/>
          </a:solidFill>
          <a:ln w="6350">
            <a:solidFill>
              <a:srgbClr val="6EE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8184" y="16344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Network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8184" y="1923951"/>
            <a:ext cx="309151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VM só fala com outras VMs que estejam na </a:t>
            </a:r>
            <a:r>
              <a:rPr lang="en-US" sz="11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rede interna nomeada</a:t>
            </a: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Nada de fora do computador consegue ver isso.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9777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REGRA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457450"/>
            <a:ext cx="10137775" cy="1135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Metasploitable nunca encosta em NAT ou Bridged. Nunca.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3795911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 tem um shell de root numa porta aberta, sem senha nenhuma. Colocar isso em Bridged é colocar esse shell aberto direto na rede Wi-Fi da escola.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55791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Internal Network. Sempre.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mapa completo da rede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373485"/>
            <a:ext cx="2520950" cy="3746599"/>
          </a:xfrm>
          <a:prstGeom prst="roundRect">
            <a:avLst>
              <a:gd name="adj" fmla="val 390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5446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Kali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950" y="183128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placa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96950" y="2072580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"lab"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95675" y="1373485"/>
            <a:ext cx="2520950" cy="3746599"/>
          </a:xfrm>
          <a:prstGeom prst="roundRect">
            <a:avLst>
              <a:gd name="adj" fmla="val 390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6650" y="155446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Metasploitable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76650" y="183128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placa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76650" y="2072580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"lab"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5375" y="1373485"/>
            <a:ext cx="2520950" cy="3746599"/>
          </a:xfrm>
          <a:prstGeom prst="roundRect">
            <a:avLst>
              <a:gd name="adj" fmla="val 390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350" y="155446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pfSense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6350" y="183128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1: </a:t>
            </a:r>
            <a:r>
              <a:rPr lang="en-US" sz="10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</a:t>
            </a: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(WAN)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6350" y="207258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2: </a:t>
            </a:r>
            <a:r>
              <a:rPr lang="en-US" sz="10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"lab"</a:t>
            </a: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(LAN)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55075" y="1373485"/>
            <a:ext cx="2520950" cy="3746599"/>
          </a:xfrm>
          <a:prstGeom prst="roundRect">
            <a:avLst>
              <a:gd name="adj" fmla="val 390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6050" y="155446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Onion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36050" y="183128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1: </a:t>
            </a:r>
            <a:r>
              <a:rPr lang="en-US" sz="10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</a:t>
            </a: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(gestão)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36050" y="207258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2: </a:t>
            </a:r>
            <a:r>
              <a:rPr lang="en-US" sz="10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"lab"</a:t>
            </a:r>
            <a:r>
              <a:rPr lang="en-US" sz="10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36050" y="2313880"/>
            <a:ext cx="2223770" cy="1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Promiscuous Mode: Allow 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5975" y="5304234"/>
            <a:ext cx="10560050" cy="737791"/>
          </a:xfrm>
          <a:prstGeom prst="roundRect">
            <a:avLst>
              <a:gd name="adj" fmla="val 13340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350" y="5459809"/>
            <a:ext cx="1045171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Kali e Metasploitable ficam na mesma rede privada, com o pfSense como gateway. Security Onion enxerga tudo que passa por ali porque a segunda placa está em modo promíscuo —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checkbox que mais gente esquece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Montando o Metasploitable2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2800" y="1315641"/>
            <a:ext cx="35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" y="1315641"/>
            <a:ext cx="7363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Baixe em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sourceforge.net/projects/metasploitable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extraia o zip. Dentro está o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Metasploitable.vmdk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1617861"/>
            <a:ext cx="35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600" y="1617861"/>
            <a:ext cx="56910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VirtualBox: New → nome "Metasploitable", tipo Linux, versão Ubuntu (32-bit).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1920081"/>
            <a:ext cx="35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4600" y="1920081"/>
            <a:ext cx="73214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512 MB de RAM. Em "hard disk", escolha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"Use an existing virtual hard disk file"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aponte para o .vmdk.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222302"/>
            <a:ext cx="35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4600" y="2222302"/>
            <a:ext cx="4633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→ Network → Adapter 1: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Network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nome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"lab"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2524522"/>
            <a:ext cx="35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4600" y="2524522"/>
            <a:ext cx="43078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Ligue, login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msfadmin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/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msfadmin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rode ifconfig e anote o IP.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Montando o pfSense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2800" y="1302941"/>
            <a:ext cx="3556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4600" y="1302941"/>
            <a:ext cx="807475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pfsense.org/download → Community Edition, AMD64. Pode pedir uma conta grátis na Netgate — o software continua gratuito.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2800" y="1581051"/>
            <a:ext cx="3556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44600" y="1581051"/>
            <a:ext cx="622870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VM: nome "pfSense", tipo BSD, versão FreeBSD (64-bit), 1024 MB RAM, disco novo de 8 GB.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2800" y="1859161"/>
            <a:ext cx="3556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44600" y="1859161"/>
            <a:ext cx="426021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→ Storage: prenda o ISO do instalador na unidade óptica.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800" y="2137271"/>
            <a:ext cx="3556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44600" y="2137271"/>
            <a:ext cx="56137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→ Network: Adapter 1 = </a:t>
            </a:r>
            <a:r>
              <a:rPr lang="en-US" sz="11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</a:t>
            </a: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Aba Adapter 2: Enable, </a:t>
            </a:r>
            <a:r>
              <a:rPr lang="en-US" sz="11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Network "lab"</a:t>
            </a: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2800" y="2415381"/>
            <a:ext cx="3556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44600" y="2415381"/>
            <a:ext cx="70259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Instale com as opções padrão do instalador. Ao reiniciar, atribua WAN = primeira placa, LAN = segunda placa.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2693491"/>
            <a:ext cx="3556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44600" y="2693491"/>
            <a:ext cx="445121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Reinicie Kali e Metasploitable para pegarem IP por DHCP do pfSense.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61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Montando o Security Onion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12800" y="1275655"/>
            <a:ext cx="3302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06500" y="1275655"/>
            <a:ext cx="7733528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github.com/Security-Onion-Solutions/securityonion, branch 2.4 → siga o link do DOWNLOAD_AND_VERIFY_ISO.md até o ISO.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12800" y="1532136"/>
            <a:ext cx="3302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06500" y="1532136"/>
            <a:ext cx="8464429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VM: nome "SecurityOnion", tipo Linux, versão Oracle Linux (64-bit). 8192 MB RAM, 4 processadores, disco novo de 200 GB dinâmico.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2800" y="1788616"/>
            <a:ext cx="3302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06500" y="1788616"/>
            <a:ext cx="7473543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→ Storage: prenda o ISO. Settings → Network: Adapter 1 = </a:t>
            </a:r>
            <a:r>
              <a:rPr lang="en-US" sz="10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</a:t>
            </a: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aba Adapter 2: Enable, </a:t>
            </a:r>
            <a:r>
              <a:rPr lang="en-US" sz="10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Network "lab"</a:t>
            </a: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2800" y="2045097"/>
            <a:ext cx="3302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6500" y="2045097"/>
            <a:ext cx="7841446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Clique em </a:t>
            </a:r>
            <a:r>
              <a:rPr lang="en-US" sz="10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</a:t>
            </a: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Adapter 2 e mude </a:t>
            </a:r>
            <a:r>
              <a:rPr lang="en-US" sz="10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Promiscuous Mode para "Allow All"</a:t>
            </a: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É o checkbox que quase todo mundo esquece.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2800" y="2301577"/>
            <a:ext cx="3302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6500" y="2301577"/>
            <a:ext cx="7201499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Boot → Install → tipo de instalação </a:t>
            </a:r>
            <a:r>
              <a:rPr lang="en-US" sz="10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</a:t>
            </a: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primeira placa como gestão, segunda como interface de monitoramento.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2800" y="2558058"/>
            <a:ext cx="3302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6500" y="2558058"/>
            <a:ext cx="7376969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Deixe rodar (demora). No final, ele mostra um endereço web — abra no navegador do host, faça login e clique em </a:t>
            </a:r>
            <a:r>
              <a:rPr lang="en-US" sz="10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</a:t>
            </a:r>
            <a:r>
              <a:rPr lang="en-US" sz="10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teste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373485"/>
            <a:ext cx="5187950" cy="770830"/>
          </a:xfrm>
          <a:prstGeom prst="roundRect">
            <a:avLst>
              <a:gd name="adj" fmla="val 12769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54460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Kali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88075" y="1373485"/>
            <a:ext cx="5187950" cy="770830"/>
          </a:xfrm>
          <a:prstGeom prst="roundRect">
            <a:avLst>
              <a:gd name="adj" fmla="val 12769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69050" y="1554460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Security Onion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69050" y="17500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Atualize a tela </a:t>
            </a:r>
            <a:r>
              <a:rPr lang="en-US" sz="1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32529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Assinaturas do Suricata devem aparecer, com o IP do Kali como origem.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755106"/>
            <a:ext cx="10560050" cy="524470"/>
          </a:xfrm>
          <a:prstGeom prst="roundRect">
            <a:avLst>
              <a:gd name="adj" fmla="val 18767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2910681"/>
            <a:ext cx="104517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atacou algo, um firewall ficou no meio do caminho e um sistema de detecção viu. É esse ciclo que sustenta qualquer trabalho de blue team.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460552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 vazio? É quase sempre o promiscuous mode. Volte no passo 4 da montagem do Security Onion.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765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BLOCO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852341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separa isso de mais um print no GitHub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9694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Montar o laboratório é a entrada. Não é o diferencial.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caminho mais comum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2800" y="1370310"/>
            <a:ext cx="1013777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Alguém monta esse laboratório, roda o nmap, vê o alerta do Suricata, tira um print, escreve um README chamado "Home Lab Project" com uma lista de cinco ferramentas, sobe pro GitHub e coloca no currículo: "montei um lab com Kali, pfSense e Security Onion".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294632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Depois, nada acontece.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724448"/>
            <a:ext cx="10560050" cy="824111"/>
          </a:xfrm>
          <a:prstGeom prst="roundRect">
            <a:avLst>
              <a:gd name="adj" fmla="val 11943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905423"/>
            <a:ext cx="1045171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Porque fez o mínimo. E todo mundo fez o mínimo. Um recrutador já viu esse README uma centena de vezes — metade escrita por um chatbot.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15975"/>
            <a:ext cx="32643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6995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2580" y="815975"/>
            <a:ext cx="3121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Documente de verdade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13055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é um README com lista de bullets. É um relato real: o que você esperava que o firewall fizesse, versus o que ele realmente fez.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1704876"/>
            <a:ext cx="10560050" cy="464741"/>
          </a:xfrm>
          <a:prstGeom prst="roundRect">
            <a:avLst>
              <a:gd name="adj" fmla="val 18446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950" y="1835051"/>
            <a:ext cx="1050404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exata do Suricata que disparou — com o ID da regra — e o que ela está procurando.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5975" y="2264866"/>
            <a:ext cx="10560050" cy="464741"/>
          </a:xfrm>
          <a:prstGeom prst="roundRect">
            <a:avLst>
              <a:gd name="adj" fmla="val 18446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950" y="2395041"/>
            <a:ext cx="1050404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momento em que ficou 40 minutos sem nenhum tráfego porque esqueceu o promiscuous mode — e como descobriu.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2800" y="2897882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erros de percurso são a parte mais valiosa: ninguém mais escreve isso, e é isso que prova que foi um humano que fez.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15975"/>
            <a:ext cx="32643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6995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2580" y="815975"/>
            <a:ext cx="212556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Vá além do guia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1308695"/>
            <a:ext cx="3422650" cy="924322"/>
          </a:xfrm>
          <a:prstGeom prst="roundRect">
            <a:avLst>
              <a:gd name="adj" fmla="val 10648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550" y="1464270"/>
            <a:ext cx="320484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Escreva uma regra própria do Suricata que pegue algo que a regra padrão não pega.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4675" y="1308695"/>
            <a:ext cx="3422650" cy="924322"/>
          </a:xfrm>
          <a:prstGeom prst="roundRect">
            <a:avLst>
              <a:gd name="adj" fmla="val 10648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0250" y="1464270"/>
            <a:ext cx="320484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Crie uma regra no pfSense que bloqueie o scan — e prove com um antes e depois.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3375" y="1308695"/>
            <a:ext cx="3422650" cy="924322"/>
          </a:xfrm>
          <a:prstGeom prst="roundRect">
            <a:avLst>
              <a:gd name="adj" fmla="val 10648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8950" y="1464270"/>
            <a:ext cx="3204845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Escreva um script Python de dez linhas que roda o scan e puxa a contagem de alertas da API do Security Onion.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2800" y="2401292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Coloque cada um desses no repositório.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15975"/>
            <a:ext cx="32643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6995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2580" y="815975"/>
            <a:ext cx="2862286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Grave a tela e mostre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1305520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Grave o processo inteiro, incluindo as partes em que não funcionou. Narre o que está fazendo. Publique.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15975" y="1713805"/>
            <a:ext cx="10560050" cy="755650"/>
          </a:xfrm>
          <a:prstGeom prst="roundRect">
            <a:avLst>
              <a:gd name="adj" fmla="val 13025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1869380"/>
            <a:ext cx="1045171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Ninguém vai encontrar seu GitHub. Mas um vídeo de três minutos de uma pessoa explicando por que o IDS não disparou, e depois consertando isso, é algo que um recrutador assiste no celular.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2800" y="263773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LinkedIn, YouTube, formato curto — o canal importa menos do que existir.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15975"/>
            <a:ext cx="326430" cy="321270"/>
          </a:xfrm>
          <a:prstGeom prst="roundRect">
            <a:avLst>
              <a:gd name="adj" fmla="val 1877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86995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2580" y="815975"/>
            <a:ext cx="347903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Fale com uma pessoa real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1305520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Ache uma pessoa que trabalha num SOC de verdade — LinkedIn, Discord, um evento, amigo de amigo.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2800" y="1710630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Mande o vídeo e uma pergunta: </a:t>
            </a:r>
            <a:r>
              <a:rPr lang="en-US" sz="135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"o que você teria feito diferente?"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15975" y="2118916"/>
            <a:ext cx="10560050" cy="533400"/>
          </a:xfrm>
          <a:prstGeom prst="roundRect">
            <a:avLst>
              <a:gd name="adj" fmla="val 18452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2274491"/>
            <a:ext cx="104517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maioria não vai responder. Uma vai. E essa conversa vale mais que os próximos três laboratórios juntos.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375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Kali (já instalado) + Metasploitable2 + pfSense + Security Onion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72710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Metasploitable e Kali em Internal Network "lab" — nunca NAT/Bridged no Metasploitable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01662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pfSense com uma perna NAT e outra na "lab"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0614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Security Onion com promiscuous mode "Allow All" na segunda placa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59566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nmap do Kali aparecendo como alerta no Security Onion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989957"/>
            <a:ext cx="10560050" cy="737791"/>
          </a:xfrm>
          <a:prstGeom prst="roundRect">
            <a:avLst>
              <a:gd name="adj" fmla="val 13340"/>
            </a:avLst>
          </a:prstGeom>
          <a:solidFill>
            <a:srgbClr val="1C1710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3145532"/>
            <a:ext cx="1045171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Ressalva honesta: o Metasploitable2 é de 2012. As falhas são antigas. Serve para entender como exploração funciona na prática — não mostra como é uma máquina moderna e corrigida. Está tudo bem para um primeiro laboratório. Só saiba o que é.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90872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Documentar, ir além, gravar, conversar — é isso que vira diferencial.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Redes: Ataque, Firewall e Detecção</dc:title>
  <dc:subject>PptxGenJS Presentation</dc:subject>
  <dc:creator>PptxGenJS</dc:creator>
  <cp:lastModifiedBy>PptxGenJS</cp:lastModifiedBy>
  <cp:revision>1</cp:revision>
  <dcterms:created xsi:type="dcterms:W3CDTF">2026-09-28T20:02:38Z</dcterms:created>
  <dcterms:modified xsi:type="dcterms:W3CDTF">2026-09-28T20:02:38Z</dcterms:modified>
</cp:coreProperties>
</file>